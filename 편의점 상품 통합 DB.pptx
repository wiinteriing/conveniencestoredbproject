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b25594c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b25594c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b25594c0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b25594c0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b25594c0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b25594c0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b25594c0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b25594c0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b25594c0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b25594c0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b25594c0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b25594c0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b25594c0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b25594c0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편의점 상품 통합 DB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/>
              <a:t>2500100 </a:t>
            </a:r>
            <a:r>
              <a:rPr b="1" lang="ko" sz="1600"/>
              <a:t>송준서</a:t>
            </a:r>
            <a:r>
              <a:rPr lang="ko" sz="1600"/>
              <a:t>, 2500181 차시형, 2500133 이예찬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주제 선정 이유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500"/>
              <a:t>여러 편의점의 상품, 재고 정보를 통합해 사용자가 위치 기반으로 원하는 상품을 쉽고 빠르게 찾을 수 있도록 하기 위해 이 프로젝트를 선정함.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요구사항 명세서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(</a:t>
            </a:r>
            <a:r>
              <a:rPr lang="ko"/>
              <a:t>이미지)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ERD (+</a:t>
            </a:r>
            <a:r>
              <a:rPr lang="ko"/>
              <a:t>릴레이션으로 정리된 ERD)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테이블 명세서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SQL</a:t>
            </a:r>
            <a:r>
              <a:rPr lang="ko"/>
              <a:t>문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환경 구축 및 DB 시연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감사합니다.</a:t>
            </a:r>
            <a:endParaRPr/>
          </a:p>
        </p:txBody>
      </p:sp>
      <p:sp>
        <p:nvSpPr>
          <p:cNvPr id="97" name="Google Shape;97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