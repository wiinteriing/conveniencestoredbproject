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723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1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01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20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95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37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58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266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82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14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0B430-B9A1-4BBB-B3F8-2E58E9D04DF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2069-1554-4A6C-9FE2-0E42A4769B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60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1012" y="1252944"/>
            <a:ext cx="9909976" cy="1983313"/>
          </a:xfrm>
        </p:spPr>
        <p:txBody>
          <a:bodyPr>
            <a:normAutofit/>
          </a:bodyPr>
          <a:lstStyle/>
          <a:p>
            <a:r>
              <a:rPr lang="ko-KR" altLang="en-US" sz="4400" dirty="0" smtClean="0"/>
              <a:t>편의점 상품 정보 종합 </a:t>
            </a:r>
            <a:r>
              <a:rPr lang="en-US" altLang="ko-KR" sz="4400" dirty="0" smtClean="0"/>
              <a:t>DB </a:t>
            </a:r>
            <a:r>
              <a:rPr lang="ko-KR" altLang="en-US" sz="4400" dirty="0" smtClean="0"/>
              <a:t>프로젝트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2312504" y="1815230"/>
            <a:ext cx="7513982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312504" y="3719544"/>
            <a:ext cx="7513982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9852991" y="4632201"/>
            <a:ext cx="2170706" cy="20752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86611" y="4108981"/>
            <a:ext cx="4039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/>
              <a:t>팀  장</a:t>
            </a:r>
            <a:r>
              <a:rPr lang="en-US" altLang="ko-KR" sz="1400" dirty="0" smtClean="0"/>
              <a:t> 2500100 </a:t>
            </a:r>
            <a:r>
              <a:rPr lang="ko-KR" altLang="en-US" sz="1400" dirty="0" smtClean="0"/>
              <a:t>송준서</a:t>
            </a:r>
            <a:endParaRPr lang="en-US" altLang="ko-KR" sz="1400" dirty="0"/>
          </a:p>
          <a:p>
            <a:r>
              <a:rPr lang="ko-KR" altLang="en-US" sz="1400" b="1" dirty="0" smtClean="0"/>
              <a:t>팀  원</a:t>
            </a:r>
            <a:r>
              <a:rPr lang="en-US" altLang="ko-KR" sz="1400" dirty="0" smtClean="0"/>
              <a:t> 2500100 </a:t>
            </a:r>
            <a:r>
              <a:rPr lang="ko-KR" altLang="en-US" sz="1400" dirty="0" err="1" smtClean="0"/>
              <a:t>차시형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2500100 </a:t>
            </a:r>
            <a:r>
              <a:rPr lang="ko-KR" altLang="en-US" sz="1400" dirty="0" err="1" smtClean="0"/>
              <a:t>이예찬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4817" y="6458590"/>
            <a:ext cx="4039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2026. 06</a:t>
            </a:r>
            <a:r>
              <a:rPr lang="en-US" altLang="ko-KR" sz="1400" dirty="0"/>
              <a:t>.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17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8636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1" y="612007"/>
            <a:ext cx="1665798" cy="787255"/>
          </a:xfrm>
        </p:spPr>
        <p:txBody>
          <a:bodyPr>
            <a:normAutofit/>
          </a:bodyPr>
          <a:lstStyle/>
          <a:p>
            <a:r>
              <a:rPr lang="ko-KR" altLang="en-US" sz="4400" dirty="0" smtClean="0"/>
              <a:t>목차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1" y="380220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49251" y="1596546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251" y="1936953"/>
            <a:ext cx="1064824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1. </a:t>
            </a:r>
            <a:r>
              <a:rPr lang="ko-KR" altLang="en-US" sz="1600" b="1" dirty="0" smtClean="0"/>
              <a:t>프로젝트 개요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1.1. </a:t>
            </a:r>
            <a:r>
              <a:rPr lang="ko-KR" altLang="en-US" sz="1600" dirty="0" smtClean="0"/>
              <a:t>프로젝트 주제 및 설명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1.2. </a:t>
            </a:r>
            <a:r>
              <a:rPr lang="ko-KR" altLang="en-US" sz="1600" dirty="0" smtClean="0"/>
              <a:t>주제 선정 이유</a:t>
            </a:r>
          </a:p>
          <a:p>
            <a:endParaRPr lang="ko-KR" altLang="en-US" sz="1600" dirty="0" smtClean="0"/>
          </a:p>
          <a:p>
            <a:r>
              <a:rPr lang="en-US" altLang="ko-KR" sz="1600" b="1" dirty="0" smtClean="0"/>
              <a:t>2. </a:t>
            </a:r>
            <a:r>
              <a:rPr lang="ko-KR" altLang="en-US" sz="1600" b="1" dirty="0" smtClean="0"/>
              <a:t>프로젝트 내용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2.1. </a:t>
            </a:r>
            <a:r>
              <a:rPr lang="ko-KR" altLang="en-US" sz="1600" dirty="0" smtClean="0"/>
              <a:t>요구사항 명세서</a:t>
            </a:r>
            <a:endParaRPr lang="en-US" altLang="ko-KR" sz="1600" dirty="0" smtClean="0"/>
          </a:p>
          <a:p>
            <a:r>
              <a:rPr lang="en-US" altLang="ko-KR" sz="1600" dirty="0" smtClean="0"/>
              <a:t>      2.2. ERD (E-R </a:t>
            </a:r>
            <a:r>
              <a:rPr lang="ko-KR" altLang="en-US" sz="1600" dirty="0" smtClean="0"/>
              <a:t>다이어그램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2.3. </a:t>
            </a:r>
            <a:r>
              <a:rPr lang="ko-KR" altLang="en-US" sz="1600" dirty="0" smtClean="0"/>
              <a:t>테이블 명세서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2.4. SQL</a:t>
            </a:r>
            <a:r>
              <a:rPr lang="ko-KR" altLang="en-US" sz="1600" dirty="0" smtClean="0"/>
              <a:t>문</a:t>
            </a:r>
          </a:p>
          <a:p>
            <a:endParaRPr lang="ko-KR" altLang="en-US" sz="1600" dirty="0" smtClean="0"/>
          </a:p>
          <a:p>
            <a:r>
              <a:rPr lang="en-US" altLang="ko-KR" sz="1600" b="1" dirty="0" smtClean="0"/>
              <a:t>3. </a:t>
            </a:r>
            <a:r>
              <a:rPr lang="ko-KR" altLang="en-US" sz="1600" b="1" dirty="0" smtClean="0"/>
              <a:t>정규화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3.1. 1</a:t>
            </a:r>
            <a:r>
              <a:rPr lang="ko-KR" altLang="en-US" sz="1600" dirty="0" smtClean="0"/>
              <a:t>차 정규화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3.2. 2</a:t>
            </a:r>
            <a:r>
              <a:rPr lang="ko-KR" altLang="en-US" sz="1600" dirty="0" smtClean="0"/>
              <a:t>차 정규화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3.3. 3</a:t>
            </a:r>
            <a:r>
              <a:rPr lang="ko-KR" altLang="en-US" sz="1600" dirty="0" smtClean="0"/>
              <a:t>차 정규화</a:t>
            </a:r>
          </a:p>
          <a:p>
            <a:endParaRPr lang="ko-KR" altLang="en-US" sz="1600" dirty="0" smtClean="0"/>
          </a:p>
          <a:p>
            <a:r>
              <a:rPr lang="en-US" altLang="ko-KR" sz="1600" b="1" dirty="0" smtClean="0"/>
              <a:t>4. </a:t>
            </a:r>
            <a:r>
              <a:rPr lang="ko-KR" altLang="en-US" sz="1600" b="1" dirty="0" smtClean="0"/>
              <a:t>끝맺음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4.1. </a:t>
            </a:r>
            <a:r>
              <a:rPr lang="ko-KR" altLang="en-US" sz="1600" dirty="0" smtClean="0"/>
              <a:t>환경 구축 및 </a:t>
            </a:r>
            <a:r>
              <a:rPr lang="en-US" altLang="ko-KR" sz="1600" dirty="0" smtClean="0"/>
              <a:t>DB </a:t>
            </a:r>
            <a:r>
              <a:rPr lang="ko-KR" altLang="en-US" sz="1600" dirty="0" smtClean="0"/>
              <a:t>시연</a:t>
            </a:r>
          </a:p>
          <a:p>
            <a:r>
              <a:rPr lang="ko-KR" altLang="en-US" sz="1600" dirty="0" smtClean="0"/>
              <a:t>  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   4.2. </a:t>
            </a:r>
            <a:r>
              <a:rPr lang="ko-KR" altLang="en-US" sz="1600" dirty="0" smtClean="0"/>
              <a:t>마무리</a:t>
            </a: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2207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1. </a:t>
            </a:r>
            <a:r>
              <a:rPr lang="ko-KR" altLang="en-US" sz="4400" dirty="0" smtClean="0"/>
              <a:t>프로젝트 개요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1.1. </a:t>
            </a:r>
            <a:r>
              <a:rPr lang="ko-KR" altLang="en-US" sz="2400" b="1" dirty="0"/>
              <a:t>프로젝트 주제 및 설명</a:t>
            </a:r>
          </a:p>
          <a:p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5222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1. </a:t>
            </a:r>
            <a:r>
              <a:rPr lang="ko-KR" altLang="en-US" sz="4400" dirty="0" smtClean="0"/>
              <a:t>프로젝트 개요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1.2. </a:t>
            </a:r>
            <a:r>
              <a:rPr lang="ko-KR" altLang="en-US" sz="2400" b="1" dirty="0" smtClean="0"/>
              <a:t>주제 선정 이유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3591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2</a:t>
            </a:r>
            <a:r>
              <a:rPr lang="en-US" altLang="ko-KR" sz="4400" dirty="0" smtClean="0"/>
              <a:t>. </a:t>
            </a:r>
            <a:r>
              <a:rPr lang="ko-KR" altLang="en-US" sz="4400" dirty="0" smtClean="0"/>
              <a:t>프로젝트 내용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2.1. </a:t>
            </a:r>
            <a:r>
              <a:rPr lang="ko-KR" altLang="en-US" sz="2400" b="1" dirty="0" smtClean="0"/>
              <a:t>요구사항 명세서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1458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2</a:t>
            </a:r>
            <a:r>
              <a:rPr lang="en-US" altLang="ko-KR" sz="4400" dirty="0" smtClean="0"/>
              <a:t>. </a:t>
            </a:r>
            <a:r>
              <a:rPr lang="ko-KR" altLang="en-US" sz="4400" dirty="0" smtClean="0"/>
              <a:t>프로젝트 내용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/>
              <a:t>2.2. </a:t>
            </a:r>
            <a:r>
              <a:rPr lang="en-US" altLang="ko-KR" sz="2400" b="1" dirty="0" smtClean="0"/>
              <a:t>ERD (E-R </a:t>
            </a:r>
            <a:r>
              <a:rPr lang="ko-KR" altLang="en-US" sz="2400" b="1" dirty="0" smtClean="0"/>
              <a:t>다이어그램</a:t>
            </a:r>
            <a:r>
              <a:rPr lang="en-US" altLang="ko-KR" sz="2400" b="1" dirty="0" smtClean="0"/>
              <a:t>)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5164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2</a:t>
            </a:r>
            <a:r>
              <a:rPr lang="en-US" altLang="ko-KR" sz="4400" dirty="0" smtClean="0"/>
              <a:t>. </a:t>
            </a:r>
            <a:r>
              <a:rPr lang="ko-KR" altLang="en-US" sz="4400" dirty="0" smtClean="0"/>
              <a:t>프로젝트 내용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2.3. </a:t>
            </a:r>
            <a:r>
              <a:rPr lang="ko-KR" altLang="en-US" sz="2400" b="1" dirty="0" smtClean="0"/>
              <a:t>테이블 명세서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303555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4471885" cy="787255"/>
          </a:xfrm>
        </p:spPr>
        <p:txBody>
          <a:bodyPr>
            <a:normAutofit/>
          </a:bodyPr>
          <a:lstStyle/>
          <a:p>
            <a:r>
              <a:rPr lang="en-US" altLang="ko-KR" sz="4400" dirty="0"/>
              <a:t>2</a:t>
            </a:r>
            <a:r>
              <a:rPr lang="en-US" altLang="ko-KR" sz="4400" dirty="0" smtClean="0"/>
              <a:t>. </a:t>
            </a:r>
            <a:r>
              <a:rPr lang="ko-KR" altLang="en-US" sz="4400" dirty="0" smtClean="0"/>
              <a:t>프로젝트 내용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 2.4. SQL</a:t>
            </a:r>
            <a:r>
              <a:rPr lang="ko-KR" altLang="en-US" sz="2400" b="1" dirty="0" smtClean="0"/>
              <a:t>문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13884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2489893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3</a:t>
            </a:r>
            <a:r>
              <a:rPr lang="en-US" altLang="ko-KR" sz="4400" smtClean="0"/>
              <a:t>. </a:t>
            </a:r>
            <a:r>
              <a:rPr lang="ko-KR" altLang="en-US" sz="4400" dirty="0" smtClean="0"/>
              <a:t>정규화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3.1. 1</a:t>
            </a:r>
            <a:r>
              <a:rPr lang="ko-KR" altLang="en-US" sz="2400" b="1" dirty="0" smtClean="0"/>
              <a:t>차 정규화</a:t>
            </a:r>
          </a:p>
        </p:txBody>
      </p:sp>
    </p:spTree>
    <p:extLst>
      <p:ext uri="{BB962C8B-B14F-4D97-AF65-F5344CB8AC3E}">
        <p14:creationId xmlns:p14="http://schemas.microsoft.com/office/powerpoint/2010/main" val="159563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2489893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3</a:t>
            </a:r>
            <a:r>
              <a:rPr lang="en-US" altLang="ko-KR" sz="4400" smtClean="0"/>
              <a:t>. </a:t>
            </a:r>
            <a:r>
              <a:rPr lang="ko-KR" altLang="en-US" sz="4400" dirty="0" smtClean="0"/>
              <a:t>정규화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3.2. 2</a:t>
            </a:r>
            <a:r>
              <a:rPr lang="ko-KR" altLang="en-US" sz="2400" b="1" dirty="0" smtClean="0"/>
              <a:t>차 정규화</a:t>
            </a:r>
          </a:p>
        </p:txBody>
      </p:sp>
    </p:spTree>
    <p:extLst>
      <p:ext uri="{BB962C8B-B14F-4D97-AF65-F5344CB8AC3E}">
        <p14:creationId xmlns:p14="http://schemas.microsoft.com/office/powerpoint/2010/main" val="6300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2489893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3</a:t>
            </a:r>
            <a:r>
              <a:rPr lang="en-US" altLang="ko-KR" sz="4400" smtClean="0"/>
              <a:t>. </a:t>
            </a:r>
            <a:r>
              <a:rPr lang="ko-KR" altLang="en-US" sz="4400" dirty="0" smtClean="0"/>
              <a:t>정규화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3.3. 3</a:t>
            </a:r>
            <a:r>
              <a:rPr lang="ko-KR" altLang="en-US" sz="2400" b="1" dirty="0" smtClean="0"/>
              <a:t>차 정규화</a:t>
            </a:r>
          </a:p>
        </p:txBody>
      </p:sp>
    </p:spTree>
    <p:extLst>
      <p:ext uri="{BB962C8B-B14F-4D97-AF65-F5344CB8AC3E}">
        <p14:creationId xmlns:p14="http://schemas.microsoft.com/office/powerpoint/2010/main" val="399735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2489893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4. </a:t>
            </a:r>
            <a:r>
              <a:rPr lang="ko-KR" altLang="en-US" sz="4400" dirty="0" smtClean="0"/>
              <a:t>끝맺음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4.1. </a:t>
            </a:r>
            <a:r>
              <a:rPr lang="ko-KR" altLang="en-US" sz="2400" b="1" dirty="0" smtClean="0"/>
              <a:t>환경 구축 및 </a:t>
            </a:r>
            <a:r>
              <a:rPr lang="en-US" altLang="ko-KR" sz="2400" b="1" dirty="0" smtClean="0"/>
              <a:t>DB </a:t>
            </a:r>
            <a:r>
              <a:rPr lang="ko-KR" altLang="en-US" sz="2400" b="1" dirty="0" smtClean="0"/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15564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49250" y="175577"/>
            <a:ext cx="2489893" cy="787255"/>
          </a:xfrm>
        </p:spPr>
        <p:txBody>
          <a:bodyPr>
            <a:normAutofit/>
          </a:bodyPr>
          <a:lstStyle/>
          <a:p>
            <a:r>
              <a:rPr lang="en-US" altLang="ko-KR" sz="4400" dirty="0" smtClean="0"/>
              <a:t>4. </a:t>
            </a:r>
            <a:r>
              <a:rPr lang="ko-KR" altLang="en-US" sz="4400" dirty="0" smtClean="0"/>
              <a:t>끝맺음</a:t>
            </a:r>
            <a:endParaRPr lang="ko-KR" altLang="en-US" sz="4400" dirty="0"/>
          </a:p>
        </p:txBody>
      </p:sp>
      <p:sp>
        <p:nvSpPr>
          <p:cNvPr id="4" name="직사각형 3"/>
          <p:cNvSpPr/>
          <p:nvPr/>
        </p:nvSpPr>
        <p:spPr>
          <a:xfrm>
            <a:off x="449250" y="962832"/>
            <a:ext cx="11520000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8" t="15989" r="24906" b="15596"/>
          <a:stretch/>
        </p:blipFill>
        <p:spPr>
          <a:xfrm>
            <a:off x="11037555" y="5764695"/>
            <a:ext cx="986142" cy="942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315" y="1210587"/>
            <a:ext cx="1064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여기에 내용을 추가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8053955" y="457564"/>
            <a:ext cx="391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dirty="0" smtClean="0"/>
              <a:t>4.2. </a:t>
            </a:r>
            <a:r>
              <a:rPr lang="ko-KR" altLang="en-US" sz="2400" b="1" dirty="0" smtClean="0"/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81933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565856" y="2387886"/>
            <a:ext cx="9909976" cy="1983313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 smtClean="0"/>
              <a:t>감사합니다</a:t>
            </a:r>
            <a:r>
              <a:rPr lang="en-US" altLang="ko-KR" sz="4400" dirty="0" smtClean="0"/>
              <a:t/>
            </a:r>
            <a:br>
              <a:rPr lang="en-US" altLang="ko-KR" sz="4400" dirty="0" smtClean="0"/>
            </a:br>
            <a:r>
              <a:rPr lang="en-US" altLang="ko-KR" sz="4400" dirty="0"/>
              <a:t/>
            </a:r>
            <a:br>
              <a:rPr lang="en-US" altLang="ko-KR" sz="4400" dirty="0"/>
            </a:br>
            <a:endParaRPr lang="ko-KR" altLang="en-US" sz="3200" dirty="0"/>
          </a:p>
        </p:txBody>
      </p:sp>
      <p:sp>
        <p:nvSpPr>
          <p:cNvPr id="4" name="직사각형 3"/>
          <p:cNvSpPr/>
          <p:nvPr/>
        </p:nvSpPr>
        <p:spPr>
          <a:xfrm>
            <a:off x="2339009" y="2300259"/>
            <a:ext cx="7513982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339009" y="3428259"/>
            <a:ext cx="7513982" cy="143123"/>
          </a:xfrm>
          <a:prstGeom prst="rect">
            <a:avLst/>
          </a:prstGeom>
          <a:solidFill>
            <a:srgbClr val="2734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05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232</Words>
  <Application>Microsoft Office PowerPoint</Application>
  <PresentationFormat>와이드스크린</PresentationFormat>
  <Paragraphs>57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편의점 상품 정보 종합 DB 프로젝트</vt:lpstr>
      <vt:lpstr>목차</vt:lpstr>
      <vt:lpstr>1. 프로젝트 개요</vt:lpstr>
      <vt:lpstr>1. 프로젝트 개요</vt:lpstr>
      <vt:lpstr>2. 프로젝트 내용</vt:lpstr>
      <vt:lpstr>2. 프로젝트 내용</vt:lpstr>
      <vt:lpstr>2. 프로젝트 내용</vt:lpstr>
      <vt:lpstr>2. 프로젝트 내용</vt:lpstr>
      <vt:lpstr>3. 정규화</vt:lpstr>
      <vt:lpstr>3. 정규화</vt:lpstr>
      <vt:lpstr>3. 정규화</vt:lpstr>
      <vt:lpstr>4. 끝맺음</vt:lpstr>
      <vt:lpstr>4. 끝맺음</vt:lpstr>
      <vt:lpstr>감사합니다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편의점 </dc:title>
  <dc:creator>user</dc:creator>
  <cp:lastModifiedBy>user</cp:lastModifiedBy>
  <cp:revision>8</cp:revision>
  <dcterms:created xsi:type="dcterms:W3CDTF">2026-05-29T05:00:47Z</dcterms:created>
  <dcterms:modified xsi:type="dcterms:W3CDTF">2026-05-29T05:31:25Z</dcterms:modified>
</cp:coreProperties>
</file>